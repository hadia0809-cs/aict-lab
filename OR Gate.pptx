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979D6-5E3F-4994-919A-EECF6CDB35D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E9C37-AFAF-4ACB-B440-EA35B18B2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51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0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7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8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1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6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9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61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23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5A6E2-7D45-478D-AFBD-595382BCEE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15D85-50B1-44CF-9FDD-68F9B0404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1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014" y="331773"/>
            <a:ext cx="3836973" cy="1221897"/>
          </a:xfrm>
        </p:spPr>
        <p:txBody>
          <a:bodyPr>
            <a:normAutofit/>
          </a:bodyPr>
          <a:lstStyle/>
          <a:p>
            <a:r>
              <a:rPr lang="en-US" sz="4800" dirty="0" smtClean="0">
                <a:latin typeface="Algerian" panose="04020705040A02060702" pitchFamily="82" charset="0"/>
              </a:rPr>
              <a:t>OR Gate</a:t>
            </a:r>
            <a:endParaRPr lang="en-US" sz="4800" dirty="0">
              <a:latin typeface="Algerian" panose="04020705040A02060702" pitchFamily="82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70866"/>
              </p:ext>
            </p:extLst>
          </p:nvPr>
        </p:nvGraphicFramePr>
        <p:xfrm>
          <a:off x="1998509" y="1917285"/>
          <a:ext cx="8067984" cy="3091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328">
                  <a:extLst>
                    <a:ext uri="{9D8B030D-6E8A-4147-A177-3AD203B41FA5}">
                      <a16:colId xmlns:a16="http://schemas.microsoft.com/office/drawing/2014/main" val="2428447703"/>
                    </a:ext>
                  </a:extLst>
                </a:gridCol>
                <a:gridCol w="2689328">
                  <a:extLst>
                    <a:ext uri="{9D8B030D-6E8A-4147-A177-3AD203B41FA5}">
                      <a16:colId xmlns:a16="http://schemas.microsoft.com/office/drawing/2014/main" val="1117663605"/>
                    </a:ext>
                  </a:extLst>
                </a:gridCol>
                <a:gridCol w="2689328">
                  <a:extLst>
                    <a:ext uri="{9D8B030D-6E8A-4147-A177-3AD203B41FA5}">
                      <a16:colId xmlns:a16="http://schemas.microsoft.com/office/drawing/2014/main" val="1660973786"/>
                    </a:ext>
                  </a:extLst>
                </a:gridCol>
              </a:tblGrid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X = A+B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443085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231417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01757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265920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517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99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59931" y="943586"/>
            <a:ext cx="25266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OR Gate</a:t>
            </a:r>
            <a:endParaRPr lang="en-US" sz="4400" dirty="0"/>
          </a:p>
        </p:txBody>
      </p:sp>
      <p:pic>
        <p:nvPicPr>
          <p:cNvPr id="9" name="Picture 2" descr="OR gate symbol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46" b="83178" l="17544" r="712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471" y="2349910"/>
            <a:ext cx="5968181" cy="371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OR gate symbol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46" b="83178" l="17544" r="712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471" y="2374490"/>
            <a:ext cx="5968181" cy="371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OR gate symbol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46" b="83178" l="17544" r="712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471" y="2300750"/>
            <a:ext cx="5968181" cy="371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OR gate symbol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46" b="83178" l="17544" r="712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471" y="2325330"/>
            <a:ext cx="5968181" cy="371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/>
          <p:cNvSpPr/>
          <p:nvPr/>
        </p:nvSpPr>
        <p:spPr>
          <a:xfrm>
            <a:off x="3805080" y="3244335"/>
            <a:ext cx="658760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Algerian" panose="04020705040A02060702" pitchFamily="82" charset="0"/>
              </a:rPr>
              <a:t>1</a:t>
            </a:r>
            <a:endParaRPr lang="en-US" sz="2400" dirty="0"/>
          </a:p>
        </p:txBody>
      </p:sp>
      <p:sp>
        <p:nvSpPr>
          <p:cNvPr id="15" name="Oval 14"/>
          <p:cNvSpPr/>
          <p:nvPr/>
        </p:nvSpPr>
        <p:spPr>
          <a:xfrm>
            <a:off x="7393857" y="3721329"/>
            <a:ext cx="614516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Algerian" panose="04020705040A02060702" pitchFamily="82" charset="0"/>
              </a:rPr>
              <a:t>1</a:t>
            </a:r>
            <a:endParaRPr lang="en-US" sz="2400" dirty="0"/>
          </a:p>
        </p:txBody>
      </p:sp>
      <p:sp>
        <p:nvSpPr>
          <p:cNvPr id="16" name="Oval 15"/>
          <p:cNvSpPr/>
          <p:nvPr/>
        </p:nvSpPr>
        <p:spPr>
          <a:xfrm>
            <a:off x="3871451" y="4306245"/>
            <a:ext cx="616974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Algerian" panose="04020705040A02060702" pitchFamily="82" charset="0"/>
              </a:rPr>
              <a:t>1</a:t>
            </a:r>
            <a:endParaRPr lang="en-US" sz="2400" dirty="0"/>
          </a:p>
        </p:txBody>
      </p:sp>
      <p:sp>
        <p:nvSpPr>
          <p:cNvPr id="17" name="Oval 16"/>
          <p:cNvSpPr/>
          <p:nvPr/>
        </p:nvSpPr>
        <p:spPr>
          <a:xfrm>
            <a:off x="3824748" y="3244335"/>
            <a:ext cx="648929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0</a:t>
            </a:r>
            <a:endParaRPr lang="en-US" sz="2400" dirty="0"/>
          </a:p>
        </p:txBody>
      </p:sp>
      <p:sp>
        <p:nvSpPr>
          <p:cNvPr id="18" name="Oval 17"/>
          <p:cNvSpPr/>
          <p:nvPr/>
        </p:nvSpPr>
        <p:spPr>
          <a:xfrm>
            <a:off x="7393859" y="3721329"/>
            <a:ext cx="634182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0</a:t>
            </a:r>
            <a:endParaRPr lang="en-US" sz="2400" dirty="0"/>
          </a:p>
        </p:txBody>
      </p:sp>
      <p:sp>
        <p:nvSpPr>
          <p:cNvPr id="19" name="Oval 18"/>
          <p:cNvSpPr/>
          <p:nvPr/>
        </p:nvSpPr>
        <p:spPr>
          <a:xfrm>
            <a:off x="3824748" y="4306245"/>
            <a:ext cx="663677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0</a:t>
            </a:r>
            <a:endParaRPr lang="en-US" sz="2400" dirty="0"/>
          </a:p>
        </p:txBody>
      </p:sp>
      <p:sp>
        <p:nvSpPr>
          <p:cNvPr id="20" name="Oval 19"/>
          <p:cNvSpPr/>
          <p:nvPr/>
        </p:nvSpPr>
        <p:spPr>
          <a:xfrm>
            <a:off x="3824748" y="3244335"/>
            <a:ext cx="663679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0</a:t>
            </a:r>
            <a:endParaRPr lang="en-US" sz="2400" dirty="0"/>
          </a:p>
        </p:txBody>
      </p:sp>
      <p:sp>
        <p:nvSpPr>
          <p:cNvPr id="23" name="Oval 22"/>
          <p:cNvSpPr/>
          <p:nvPr/>
        </p:nvSpPr>
        <p:spPr>
          <a:xfrm>
            <a:off x="7401239" y="3721329"/>
            <a:ext cx="658761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Algerian" panose="04020705040A02060702" pitchFamily="82" charset="0"/>
              </a:rPr>
              <a:t>1</a:t>
            </a:r>
            <a:endParaRPr lang="en-US" sz="2400" dirty="0"/>
          </a:p>
        </p:txBody>
      </p:sp>
      <p:sp>
        <p:nvSpPr>
          <p:cNvPr id="24" name="Oval 23"/>
          <p:cNvSpPr/>
          <p:nvPr/>
        </p:nvSpPr>
        <p:spPr>
          <a:xfrm>
            <a:off x="3824748" y="4306245"/>
            <a:ext cx="658761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0</a:t>
            </a:r>
            <a:endParaRPr lang="en-US" sz="2400" dirty="0"/>
          </a:p>
        </p:txBody>
      </p:sp>
      <p:sp>
        <p:nvSpPr>
          <p:cNvPr id="25" name="Oval 24"/>
          <p:cNvSpPr/>
          <p:nvPr/>
        </p:nvSpPr>
        <p:spPr>
          <a:xfrm>
            <a:off x="3837042" y="4306245"/>
            <a:ext cx="658761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Algerian" panose="04020705040A02060702" pitchFamily="82" charset="0"/>
              </a:rPr>
              <a:t>1</a:t>
            </a:r>
            <a:endParaRPr lang="en-US" sz="2400" dirty="0"/>
          </a:p>
        </p:txBody>
      </p:sp>
      <p:sp>
        <p:nvSpPr>
          <p:cNvPr id="26" name="Oval 25"/>
          <p:cNvSpPr/>
          <p:nvPr/>
        </p:nvSpPr>
        <p:spPr>
          <a:xfrm>
            <a:off x="3834584" y="3244335"/>
            <a:ext cx="658761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Algerian" panose="04020705040A02060702" pitchFamily="82" charset="0"/>
              </a:rPr>
              <a:t>1</a:t>
            </a:r>
            <a:endParaRPr lang="en-US" sz="2400" dirty="0"/>
          </a:p>
        </p:txBody>
      </p:sp>
      <p:sp>
        <p:nvSpPr>
          <p:cNvPr id="27" name="Oval 26"/>
          <p:cNvSpPr/>
          <p:nvPr/>
        </p:nvSpPr>
        <p:spPr>
          <a:xfrm>
            <a:off x="7371734" y="3721329"/>
            <a:ext cx="658761" cy="64918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Algerian" panose="04020705040A02060702" pitchFamily="82" charset="0"/>
              </a:rPr>
              <a:t>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014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500"/>
                            </p:stCondLst>
                            <p:childTnLst>
                              <p:par>
                                <p:cTn id="7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1000"/>
                            </p:stCondLst>
                            <p:childTnLst>
                              <p:par>
                                <p:cTn id="8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1500"/>
                            </p:stCondLst>
                            <p:childTnLst>
                              <p:par>
                                <p:cTn id="9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2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1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3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8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9500"/>
                            </p:stCondLst>
                            <p:childTnLst>
                              <p:par>
                                <p:cTn id="15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6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3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1500"/>
                            </p:stCondLst>
                            <p:childTnLst>
                              <p:par>
                                <p:cTn id="16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2000"/>
                            </p:stCondLst>
                            <p:childTnLst>
                              <p:par>
                                <p:cTn id="1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3000"/>
                            </p:stCondLst>
                            <p:childTnLst>
                              <p:par>
                                <p:cTn id="17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3500"/>
                            </p:stCondLst>
                            <p:childTnLst>
                              <p:par>
                                <p:cTn id="18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720480"/>
              </p:ext>
            </p:extLst>
          </p:nvPr>
        </p:nvGraphicFramePr>
        <p:xfrm>
          <a:off x="1820484" y="2516096"/>
          <a:ext cx="8067984" cy="3091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328">
                  <a:extLst>
                    <a:ext uri="{9D8B030D-6E8A-4147-A177-3AD203B41FA5}">
                      <a16:colId xmlns:a16="http://schemas.microsoft.com/office/drawing/2014/main" val="2428447703"/>
                    </a:ext>
                  </a:extLst>
                </a:gridCol>
                <a:gridCol w="2689328">
                  <a:extLst>
                    <a:ext uri="{9D8B030D-6E8A-4147-A177-3AD203B41FA5}">
                      <a16:colId xmlns:a16="http://schemas.microsoft.com/office/drawing/2014/main" val="1117663605"/>
                    </a:ext>
                  </a:extLst>
                </a:gridCol>
                <a:gridCol w="2689328">
                  <a:extLst>
                    <a:ext uri="{9D8B030D-6E8A-4147-A177-3AD203B41FA5}">
                      <a16:colId xmlns:a16="http://schemas.microsoft.com/office/drawing/2014/main" val="1660973786"/>
                    </a:ext>
                  </a:extLst>
                </a:gridCol>
              </a:tblGrid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X = A.B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443085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231417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01757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265920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51714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932729" y="921919"/>
            <a:ext cx="28160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>
                <a:latin typeface="Algerian" panose="04020705040A02060702" pitchFamily="82" charset="0"/>
              </a:rPr>
              <a:t>And </a:t>
            </a:r>
            <a:r>
              <a:rPr lang="en-US" sz="4000" dirty="0">
                <a:latin typeface="Algerian" panose="04020705040A02060702" pitchFamily="82" charset="0"/>
              </a:rPr>
              <a:t>Gate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64642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fference Between &lt;strong&gt;AND Gate&lt;/strong&gt; and OR &lt;strong&gt;Gate&lt;/strong&gt; - GeeksforGeeks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46" b="83645" l="20395" r="6688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88" y="2441708"/>
            <a:ext cx="6027174" cy="37657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76313" y="963284"/>
            <a:ext cx="29283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Algerian" panose="04020705040A02060702" pitchFamily="82" charset="0"/>
              </a:rPr>
              <a:t>And Gate</a:t>
            </a:r>
            <a:endParaRPr lang="en-US" sz="4400" dirty="0"/>
          </a:p>
        </p:txBody>
      </p:sp>
      <p:pic>
        <p:nvPicPr>
          <p:cNvPr id="31" name="Picture 30" descr="Difference Between &lt;strong&gt;AND Gate&lt;/strong&gt; and OR &lt;strong&gt;Gate&lt;/strong&gt; - GeeksforGeeks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46" b="83645" l="20395" r="6688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88" y="2485953"/>
            <a:ext cx="6027174" cy="3765756"/>
          </a:xfrm>
          <a:prstGeom prst="rect">
            <a:avLst/>
          </a:prstGeom>
        </p:spPr>
      </p:pic>
      <p:pic>
        <p:nvPicPr>
          <p:cNvPr id="32" name="Picture 31" descr="Difference Between &lt;strong&gt;AND Gate&lt;/strong&gt; and OR &lt;strong&gt;Gate&lt;/strong&gt; - GeeksforGeeks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46" b="83645" l="20395" r="6688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88" y="2485953"/>
            <a:ext cx="6027174" cy="3765756"/>
          </a:xfrm>
          <a:prstGeom prst="rect">
            <a:avLst/>
          </a:prstGeom>
        </p:spPr>
      </p:pic>
      <p:pic>
        <p:nvPicPr>
          <p:cNvPr id="33" name="Picture 32" descr="Difference Between &lt;strong&gt;AND Gate&lt;/strong&gt; and OR &lt;strong&gt;Gate&lt;/strong&gt; - GeeksforGeeks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46" b="83645" l="20395" r="6688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499" y="2485953"/>
            <a:ext cx="6027174" cy="3765756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4009012" y="3435392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  <p:sp>
        <p:nvSpPr>
          <p:cNvPr id="35" name="Oval 34"/>
          <p:cNvSpPr/>
          <p:nvPr/>
        </p:nvSpPr>
        <p:spPr>
          <a:xfrm>
            <a:off x="7204652" y="3925717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36" name="Oval 35"/>
          <p:cNvSpPr/>
          <p:nvPr/>
        </p:nvSpPr>
        <p:spPr>
          <a:xfrm>
            <a:off x="3968984" y="3419825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  <p:sp>
        <p:nvSpPr>
          <p:cNvPr id="37" name="Oval 36"/>
          <p:cNvSpPr/>
          <p:nvPr/>
        </p:nvSpPr>
        <p:spPr>
          <a:xfrm>
            <a:off x="7204654" y="3963453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38" name="Oval 37"/>
          <p:cNvSpPr/>
          <p:nvPr/>
        </p:nvSpPr>
        <p:spPr>
          <a:xfrm>
            <a:off x="3984996" y="4526083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  <p:sp>
        <p:nvSpPr>
          <p:cNvPr id="39" name="Oval 38"/>
          <p:cNvSpPr/>
          <p:nvPr/>
        </p:nvSpPr>
        <p:spPr>
          <a:xfrm>
            <a:off x="3984997" y="3438827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40" name="Oval 39"/>
          <p:cNvSpPr/>
          <p:nvPr/>
        </p:nvSpPr>
        <p:spPr>
          <a:xfrm>
            <a:off x="7220664" y="3962279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41" name="Oval 40"/>
          <p:cNvSpPr/>
          <p:nvPr/>
        </p:nvSpPr>
        <p:spPr>
          <a:xfrm>
            <a:off x="4001009" y="4526083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42" name="Oval 41"/>
          <p:cNvSpPr/>
          <p:nvPr/>
        </p:nvSpPr>
        <p:spPr>
          <a:xfrm>
            <a:off x="3993002" y="3407332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43" name="Oval 42"/>
          <p:cNvSpPr/>
          <p:nvPr/>
        </p:nvSpPr>
        <p:spPr>
          <a:xfrm>
            <a:off x="4001009" y="4507081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45" name="Oval 44"/>
          <p:cNvSpPr/>
          <p:nvPr/>
        </p:nvSpPr>
        <p:spPr>
          <a:xfrm>
            <a:off x="7220664" y="3944451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  <p:sp>
        <p:nvSpPr>
          <p:cNvPr id="46" name="Oval 45"/>
          <p:cNvSpPr/>
          <p:nvPr/>
        </p:nvSpPr>
        <p:spPr>
          <a:xfrm>
            <a:off x="4001009" y="4545085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4907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500"/>
                            </p:stCondLst>
                            <p:childTnLst>
                              <p:par>
                                <p:cTn id="7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1000"/>
                            </p:stCondLst>
                            <p:childTnLst>
                              <p:par>
                                <p:cTn id="8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1500"/>
                            </p:stCondLst>
                            <p:childTnLst>
                              <p:par>
                                <p:cTn id="9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2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1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3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8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9500"/>
                            </p:stCondLst>
                            <p:childTnLst>
                              <p:par>
                                <p:cTn id="15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6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3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1500"/>
                            </p:stCondLst>
                            <p:childTnLst>
                              <p:par>
                                <p:cTn id="16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2000"/>
                            </p:stCondLst>
                            <p:childTnLst>
                              <p:par>
                                <p:cTn id="1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3000"/>
                            </p:stCondLst>
                            <p:childTnLst>
                              <p:par>
                                <p:cTn id="17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8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3500"/>
                            </p:stCondLst>
                            <p:childTnLst>
                              <p:par>
                                <p:cTn id="18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5" grpId="0" animBg="1"/>
      <p:bldP spid="45" grpId="1" animBg="1"/>
      <p:bldP spid="45" grpId="2" animBg="1"/>
      <p:bldP spid="46" grpId="0" animBg="1"/>
      <p:bldP spid="46" grpId="1" animBg="1"/>
      <p:bldP spid="46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65707" y="962380"/>
            <a:ext cx="29209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latin typeface="Algerian" panose="04020705040A02060702" pitchFamily="82" charset="0"/>
              </a:rPr>
              <a:t>XOR </a:t>
            </a:r>
            <a:r>
              <a:rPr lang="en-US" sz="4400" dirty="0">
                <a:latin typeface="Algerian" panose="04020705040A02060702" pitchFamily="82" charset="0"/>
              </a:rPr>
              <a:t>Gate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123190"/>
              </p:ext>
            </p:extLst>
          </p:nvPr>
        </p:nvGraphicFramePr>
        <p:xfrm>
          <a:off x="1820484" y="2516096"/>
          <a:ext cx="8067984" cy="3091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328">
                  <a:extLst>
                    <a:ext uri="{9D8B030D-6E8A-4147-A177-3AD203B41FA5}">
                      <a16:colId xmlns:a16="http://schemas.microsoft.com/office/drawing/2014/main" val="2428447703"/>
                    </a:ext>
                  </a:extLst>
                </a:gridCol>
                <a:gridCol w="2689328">
                  <a:extLst>
                    <a:ext uri="{9D8B030D-6E8A-4147-A177-3AD203B41FA5}">
                      <a16:colId xmlns:a16="http://schemas.microsoft.com/office/drawing/2014/main" val="1117663605"/>
                    </a:ext>
                  </a:extLst>
                </a:gridCol>
                <a:gridCol w="2689328">
                  <a:extLst>
                    <a:ext uri="{9D8B030D-6E8A-4147-A177-3AD203B41FA5}">
                      <a16:colId xmlns:a16="http://schemas.microsoft.com/office/drawing/2014/main" val="1660973786"/>
                    </a:ext>
                  </a:extLst>
                </a:gridCol>
              </a:tblGrid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X</a:t>
                      </a:r>
                      <a:r>
                        <a:rPr lang="en-US" baseline="0" dirty="0" smtClean="0"/>
                        <a:t> = A  +  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443085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231417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01757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265920"/>
                  </a:ext>
                </a:extLst>
              </a:tr>
              <a:tr h="618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517147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 flipH="1" flipV="1">
            <a:off x="8663736" y="2627079"/>
            <a:ext cx="164674" cy="1808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3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43807" y="835431"/>
            <a:ext cx="29209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XOR Gate</a:t>
            </a:r>
            <a:endParaRPr lang="en-US" sz="4400" dirty="0">
              <a:latin typeface="Algerian" panose="04020705040A02060702" pitchFamily="82" charset="0"/>
            </a:endParaRPr>
          </a:p>
        </p:txBody>
      </p:sp>
      <p:pic>
        <p:nvPicPr>
          <p:cNvPr id="1028" name="Picture 4" descr="XOR gate symbol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46" b="87850" l="17325" r="7061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387" y="2074606"/>
            <a:ext cx="5936771" cy="3864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3969838" y="3085266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10" name="Oval 9"/>
          <p:cNvSpPr/>
          <p:nvPr/>
        </p:nvSpPr>
        <p:spPr>
          <a:xfrm>
            <a:off x="3969838" y="4095926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11" name="Oval 10"/>
          <p:cNvSpPr/>
          <p:nvPr/>
        </p:nvSpPr>
        <p:spPr>
          <a:xfrm>
            <a:off x="7414783" y="3595710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12" name="Oval 11"/>
          <p:cNvSpPr/>
          <p:nvPr/>
        </p:nvSpPr>
        <p:spPr>
          <a:xfrm>
            <a:off x="3969838" y="3085266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13" name="Oval 12"/>
          <p:cNvSpPr/>
          <p:nvPr/>
        </p:nvSpPr>
        <p:spPr>
          <a:xfrm>
            <a:off x="3969837" y="4117630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  <p:sp>
        <p:nvSpPr>
          <p:cNvPr id="14" name="Oval 13"/>
          <p:cNvSpPr/>
          <p:nvPr/>
        </p:nvSpPr>
        <p:spPr>
          <a:xfrm>
            <a:off x="7414782" y="3595710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  <p:sp>
        <p:nvSpPr>
          <p:cNvPr id="15" name="Oval 14"/>
          <p:cNvSpPr/>
          <p:nvPr/>
        </p:nvSpPr>
        <p:spPr>
          <a:xfrm>
            <a:off x="3969837" y="3085266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  <p:sp>
        <p:nvSpPr>
          <p:cNvPr id="16" name="Oval 15"/>
          <p:cNvSpPr/>
          <p:nvPr/>
        </p:nvSpPr>
        <p:spPr>
          <a:xfrm>
            <a:off x="3969837" y="4106941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  <p:sp>
        <p:nvSpPr>
          <p:cNvPr id="17" name="Oval 16"/>
          <p:cNvSpPr/>
          <p:nvPr/>
        </p:nvSpPr>
        <p:spPr>
          <a:xfrm>
            <a:off x="7414781" y="3601265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  <p:sp>
        <p:nvSpPr>
          <p:cNvPr id="18" name="Oval 17"/>
          <p:cNvSpPr/>
          <p:nvPr/>
        </p:nvSpPr>
        <p:spPr>
          <a:xfrm>
            <a:off x="3969837" y="3074251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  <p:sp>
        <p:nvSpPr>
          <p:cNvPr id="19" name="Oval 18"/>
          <p:cNvSpPr/>
          <p:nvPr/>
        </p:nvSpPr>
        <p:spPr>
          <a:xfrm>
            <a:off x="3969835" y="4125661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lgerian" panose="04020705040A02060702" pitchFamily="82" charset="0"/>
              </a:rPr>
              <a:t>1</a:t>
            </a:r>
            <a:endParaRPr lang="en-US" sz="2000" dirty="0"/>
          </a:p>
        </p:txBody>
      </p:sp>
      <p:sp>
        <p:nvSpPr>
          <p:cNvPr id="20" name="Oval 19"/>
          <p:cNvSpPr/>
          <p:nvPr/>
        </p:nvSpPr>
        <p:spPr>
          <a:xfrm>
            <a:off x="7414778" y="3590155"/>
            <a:ext cx="550607" cy="56263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lgerian" panose="04020705040A02060702" pitchFamily="82" charset="0"/>
              </a:rPr>
              <a:t>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970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500"/>
                            </p:stCondLst>
                            <p:childTnLst>
                              <p:par>
                                <p:cTn id="7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1000"/>
                            </p:stCondLst>
                            <p:childTnLst>
                              <p:par>
                                <p:cTn id="8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1500"/>
                            </p:stCondLst>
                            <p:childTnLst>
                              <p:par>
                                <p:cTn id="9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2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1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3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8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9500"/>
                            </p:stCondLst>
                            <p:childTnLst>
                              <p:par>
                                <p:cTn id="15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6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1500"/>
                            </p:stCondLst>
                            <p:childTnLst>
                              <p:par>
                                <p:cTn id="165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2000"/>
                            </p:stCondLst>
                            <p:childTnLst>
                              <p:par>
                                <p:cTn id="1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3000"/>
                            </p:stCondLst>
                            <p:childTnLst>
                              <p:par>
                                <p:cTn id="17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8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3500"/>
                            </p:stCondLst>
                            <p:childTnLst>
                              <p:par>
                                <p:cTn id="180" presetID="2" presetClass="exit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104</Words>
  <Application>Microsoft Office PowerPoint</Application>
  <PresentationFormat>Widescreen</PresentationFormat>
  <Paragraphs>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Algerian</vt:lpstr>
      <vt:lpstr>Arial</vt:lpstr>
      <vt:lpstr>Calibri</vt:lpstr>
      <vt:lpstr>Calibri Light</vt:lpstr>
      <vt:lpstr>Office Theme</vt:lpstr>
      <vt:lpstr>OR Gate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 Gate</dc:title>
  <dc:creator>user</dc:creator>
  <cp:lastModifiedBy>user</cp:lastModifiedBy>
  <cp:revision>26</cp:revision>
  <dcterms:created xsi:type="dcterms:W3CDTF">2025-10-27T06:04:10Z</dcterms:created>
  <dcterms:modified xsi:type="dcterms:W3CDTF">2025-10-28T20:55:02Z</dcterms:modified>
</cp:coreProperties>
</file>