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60"/>
  </p:normalViewPr>
  <p:slideViewPr>
    <p:cSldViewPr snapToGrid="0">
      <p:cViewPr>
        <p:scale>
          <a:sx n="66" d="100"/>
          <a:sy n="66" d="100"/>
        </p:scale>
        <p:origin x="0" y="51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6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6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8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55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0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0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3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4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9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0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22BAA-B430-4439-A372-6F8D1B8BCC7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2E120-8FA7-47C2-95C1-A3A1F354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4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833" y="3351104"/>
            <a:ext cx="829165" cy="82916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40" y="4351104"/>
            <a:ext cx="1039256" cy="95911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333" y="2782934"/>
            <a:ext cx="776106" cy="7761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942" y="4462871"/>
            <a:ext cx="803153" cy="80315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5" y="2920350"/>
            <a:ext cx="1031250" cy="10312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369" y="1436522"/>
            <a:ext cx="1373464" cy="89102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58" y="3185974"/>
            <a:ext cx="912326" cy="9123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529" y="89616"/>
            <a:ext cx="991083" cy="99108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065" y="2645591"/>
            <a:ext cx="3169881" cy="1716239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sp>
        <p:nvSpPr>
          <p:cNvPr id="28" name="4-Point Star 27"/>
          <p:cNvSpPr/>
          <p:nvPr/>
        </p:nvSpPr>
        <p:spPr>
          <a:xfrm flipV="1">
            <a:off x="9909169" y="3572287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4-Point Star 28"/>
          <p:cNvSpPr/>
          <p:nvPr/>
        </p:nvSpPr>
        <p:spPr>
          <a:xfrm flipV="1">
            <a:off x="10655300" y="545826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4-Point Star 29"/>
          <p:cNvSpPr/>
          <p:nvPr/>
        </p:nvSpPr>
        <p:spPr>
          <a:xfrm flipV="1">
            <a:off x="4177817" y="887034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4-Point Star 30"/>
          <p:cNvSpPr/>
          <p:nvPr/>
        </p:nvSpPr>
        <p:spPr>
          <a:xfrm flipV="1">
            <a:off x="11214100" y="2396345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4-Point Star 31"/>
          <p:cNvSpPr/>
          <p:nvPr/>
        </p:nvSpPr>
        <p:spPr>
          <a:xfrm flipV="1">
            <a:off x="11569700" y="5041571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4-Point Star 32"/>
          <p:cNvSpPr/>
          <p:nvPr/>
        </p:nvSpPr>
        <p:spPr>
          <a:xfrm flipV="1">
            <a:off x="9237855" y="6311900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4-Point Star 33"/>
          <p:cNvSpPr/>
          <p:nvPr/>
        </p:nvSpPr>
        <p:spPr>
          <a:xfrm flipV="1">
            <a:off x="1674637" y="5994400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4-Point Star 34"/>
          <p:cNvSpPr/>
          <p:nvPr/>
        </p:nvSpPr>
        <p:spPr>
          <a:xfrm flipV="1">
            <a:off x="1142516" y="1925430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4-Point Star 35"/>
          <p:cNvSpPr/>
          <p:nvPr/>
        </p:nvSpPr>
        <p:spPr>
          <a:xfrm flipV="1">
            <a:off x="660158" y="4724748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4-Point Star 36"/>
          <p:cNvSpPr/>
          <p:nvPr/>
        </p:nvSpPr>
        <p:spPr>
          <a:xfrm flipV="1">
            <a:off x="3183923" y="5240373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4-Point Star 37"/>
          <p:cNvSpPr/>
          <p:nvPr/>
        </p:nvSpPr>
        <p:spPr>
          <a:xfrm flipV="1">
            <a:off x="7812129" y="2681609"/>
            <a:ext cx="381000" cy="139700"/>
          </a:xfrm>
          <a:prstGeom prst="star4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250643" y="2696209"/>
            <a:ext cx="2291450" cy="168719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2764451" y="2879210"/>
            <a:ext cx="2343516" cy="168719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636646" y="2275546"/>
            <a:ext cx="3556483" cy="2588902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65100" y="190500"/>
            <a:ext cx="11785599" cy="66675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142516" y="887034"/>
            <a:ext cx="9620992" cy="5564565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121201" y="1026734"/>
            <a:ext cx="7806921" cy="532581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080728" y="1334710"/>
            <a:ext cx="6291871" cy="479939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3917040" y="1730607"/>
            <a:ext cx="5040738" cy="3962759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850657" y="685526"/>
            <a:ext cx="10510536" cy="594646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5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263 -0.05741 C 0.00286 -0.05741 0.21836 0.15763 0.21836 0.42314 C 0.21836 0.68865 0.00286 0.90486 -0.26263 0.90486 C -0.52826 0.90486 -0.7431 0.68865 -0.7431 0.42314 C -0.7431 0.15763 -0.52826 -0.05741 -0.26263 -0.05741 Z " pathEditMode="fixed" rAng="0" ptsTypes="AAAAA">
                                      <p:cBhvr>
                                        <p:cTn id="6" dur="4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810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695 -0.40093 C -0.1845 -0.40093 0.01211 -0.20973 0.01211 0.02592 C 0.01211 0.26111 -0.1845 0.45277 -0.42695 0.45277 C -0.66927 0.45277 -0.86562 0.26111 -0.86562 0.02592 C -0.86562 -0.20973 -0.66927 -0.40093 -0.42695 -0.40093 Z " pathEditMode="fixed" rAng="0" ptsTypes="AAAAA">
                                      <p:cBhvr>
                                        <p:cTn id="8" dur="3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426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555 -0.43102 C 0.603 -0.43102 0.77956 -0.24491 0.77956 -0.01296 C 0.77956 0.21921 0.603 0.40972 0.38555 0.40972 C 0.16823 0.40972 -0.00729 0.21921 -0.00729 -0.01296 C -0.00729 -0.24491 0.16823 -0.43102 0.38555 -0.43102 Z " pathEditMode="fixed" rAng="0" ptsTypes="AAAAA">
                                      <p:cBhvr>
                                        <p:cTn id="10" dur="3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203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424 -0.55949 C 0.52838 -0.55949 0.68619 -0.38264 0.68619 -0.16458 C 0.68619 0.0537 0.52838 0.23148 0.33424 0.23148 C 0.13984 0.23148 -0.01771 0.0537 -0.01771 -0.16458 C -0.01771 -0.38264 0.13984 -0.55949 0.33424 -0.55949 Z " pathEditMode="fixed" rAng="0" ptsTypes="AAAAA">
                                      <p:cBhvr>
                                        <p:cTn id="12" dur="2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3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48 -0.12454 C 0.35443 -0.12454 0.48021 0.04027 0.48021 0.24351 C 0.48021 0.44745 0.35443 0.61319 0.19948 0.61319 C 0.04453 0.61319 -0.08086 0.44745 -0.08086 0.24351 C -0.08086 0.04027 0.04453 -0.12454 0.19948 -0.12454 Z " pathEditMode="fixed" rAng="0" ptsTypes="AAAAA">
                                      <p:cBhvr>
                                        <p:cTn id="14" dur="2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687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8724 -0.20996 C 0.30013 -0.20996 0.3918 -0.08102 0.3918 0.0787 C 0.3918 0.23796 0.30013 0.36782 0.18724 0.36782 C 0.07435 0.36782 -0.01706 0.23796 -0.01706 0.0787 C -0.01706 -0.08102 0.07435 -0.20996 0.18724 -0.20996 Z " pathEditMode="fixed" rAng="0" ptsTypes="AAAAA">
                                      <p:cBhvr>
                                        <p:cTn id="16" dur="1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888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91 -0.38171 C 0.08151 -0.38171 0.147 -0.29908 0.147 -0.19699 C 0.147 -0.09491 0.08151 -0.01181 0.00091 -0.01181 C -0.07969 -0.01181 -0.14492 -0.09491 -0.14492 -0.19699 C -0.14492 -0.29908 -0.07969 -0.38171 0.00091 -0.38171 Z " pathEditMode="fixed" rAng="0" ptsTypes="AAAAA">
                                      <p:cBhvr>
                                        <p:cTn id="18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849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9518 -0.14189 C 0.14739 -0.14189 0.1901 -0.09375 0.1901 -0.03263 C 0.1901 0.02848 0.14739 0.08033 0.09518 0.08033 C 0.04257 0.08033 0.00026 0.02848 0.00026 -0.03263 C 0.00026 -0.09375 0.04257 -0.14189 0.09518 -0.14189 Z " pathEditMode="fixed" rAng="0" ptsTypes="AAAAA">
                                      <p:cBhvr>
                                        <p:cTn id="20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26</cp:revision>
  <dcterms:created xsi:type="dcterms:W3CDTF">2025-10-26T13:10:44Z</dcterms:created>
  <dcterms:modified xsi:type="dcterms:W3CDTF">2025-10-27T19:25:04Z</dcterms:modified>
</cp:coreProperties>
</file>