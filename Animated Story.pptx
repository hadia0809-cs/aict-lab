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5" autoAdjust="0"/>
    <p:restoredTop sz="94660"/>
  </p:normalViewPr>
  <p:slideViewPr>
    <p:cSldViewPr snapToGrid="0">
      <p:cViewPr varScale="1">
        <p:scale>
          <a:sx n="79" d="100"/>
          <a:sy n="79" d="100"/>
        </p:scale>
        <p:origin x="72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8AFF0-07D5-457E-AB47-A8D8F02E5A80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BADD0-B5FD-48DE-AD7A-31BA898ED7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3378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8AFF0-07D5-457E-AB47-A8D8F02E5A80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BADD0-B5FD-48DE-AD7A-31BA898ED7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8175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8AFF0-07D5-457E-AB47-A8D8F02E5A80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BADD0-B5FD-48DE-AD7A-31BA898ED7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005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8AFF0-07D5-457E-AB47-A8D8F02E5A80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BADD0-B5FD-48DE-AD7A-31BA898ED7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0301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8AFF0-07D5-457E-AB47-A8D8F02E5A80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BADD0-B5FD-48DE-AD7A-31BA898ED7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2298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8AFF0-07D5-457E-AB47-A8D8F02E5A80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BADD0-B5FD-48DE-AD7A-31BA898ED7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2062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8AFF0-07D5-457E-AB47-A8D8F02E5A80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BADD0-B5FD-48DE-AD7A-31BA898ED7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4140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8AFF0-07D5-457E-AB47-A8D8F02E5A80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BADD0-B5FD-48DE-AD7A-31BA898ED7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4947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8AFF0-07D5-457E-AB47-A8D8F02E5A80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BADD0-B5FD-48DE-AD7A-31BA898ED7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2608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8AFF0-07D5-457E-AB47-A8D8F02E5A80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BADD0-B5FD-48DE-AD7A-31BA898ED7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1773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8AFF0-07D5-457E-AB47-A8D8F02E5A80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BADD0-B5FD-48DE-AD7A-31BA898ED7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4212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68AFF0-07D5-457E-AB47-A8D8F02E5A80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EBADD0-B5FD-48DE-AD7A-31BA898ED7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74044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wmf"/><Relationship Id="rId1" Type="http://schemas.openxmlformats.org/officeDocument/2006/relationships/slideLayout" Target="../slideLayouts/slideLayout7.xml"/><Relationship Id="rId6" Type="http://schemas.microsoft.com/office/2007/relationships/hdphoto" Target="../media/hdphoto3.wdp"/><Relationship Id="rId5" Type="http://schemas.openxmlformats.org/officeDocument/2006/relationships/image" Target="../media/image8.png"/><Relationship Id="rId4" Type="http://schemas.microsoft.com/office/2007/relationships/hdphoto" Target="../media/hdphoto2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microsoft.com/office/2007/relationships/hdphoto" Target="../media/hdphoto4.wdp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60000"/>
                <a:lumOff val="40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Pure Blue &lt;strong&gt;Sky&lt;/strong&gt; &lt;strong&gt;image&lt;/strong&gt; - Free stock photo - Public Domain photo - CC0 Image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2965" y="0"/>
            <a:ext cx="12224965" cy="6917826"/>
          </a:xfrm>
          <a:prstGeom prst="rect">
            <a:avLst/>
          </a:prstGeom>
        </p:spPr>
      </p:pic>
      <p:pic>
        <p:nvPicPr>
          <p:cNvPr id="5" name="Picture 4" descr="&lt;strong&gt;Cloud&lt;/strong&gt; Icons - 1162 free Icons PNG, SVG, ICO or ICNS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3380" y="2884379"/>
            <a:ext cx="2644747" cy="260563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715778" y="1381807"/>
            <a:ext cx="9464449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 smtClean="0">
                <a:solidFill>
                  <a:schemeClr val="accent5">
                    <a:lumMod val="75000"/>
                  </a:schemeClr>
                </a:solidFill>
                <a:latin typeface="Algerian" panose="04020705040A02060702" pitchFamily="82" charset="0"/>
              </a:rPr>
              <a:t>The CLOUD WHO Learned to smile</a:t>
            </a:r>
            <a:endParaRPr lang="en-US" sz="4400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5658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ure Blue &lt;strong&gt;Sky&lt;/strong&gt; &lt;strong&gt;image&lt;/strong&gt; - Free stock photo - Public Domain photo - CC0 Image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88836" cy="8087032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1081548" y="855133"/>
            <a:ext cx="4513007" cy="5024557"/>
            <a:chOff x="1081548" y="855133"/>
            <a:chExt cx="4513007" cy="5024557"/>
          </a:xfrm>
        </p:grpSpPr>
        <p:pic>
          <p:nvPicPr>
            <p:cNvPr id="3" name="Picture 2" descr="&lt;strong&gt;Sad Cloud&lt;/strong&gt; Free Stock Photo - Public Domain Pictures"/>
            <p:cNvPicPr>
              <a:picLocks noChangeAspect="1"/>
            </p:cNvPicPr>
            <p:nvPr/>
          </p:nvPicPr>
          <p:blipFill>
            <a:blip r:embed="rId3" cstate="print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0" b="94410" l="0" r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81548" y="1027666"/>
              <a:ext cx="4513007" cy="4852024"/>
            </a:xfrm>
            <a:prstGeom prst="rect">
              <a:avLst/>
            </a:prstGeom>
          </p:spPr>
        </p:pic>
        <p:sp>
          <p:nvSpPr>
            <p:cNvPr id="8" name="Cloud Callout 7"/>
            <p:cNvSpPr/>
            <p:nvPr/>
          </p:nvSpPr>
          <p:spPr>
            <a:xfrm>
              <a:off x="3522133" y="855133"/>
              <a:ext cx="1701800" cy="1154667"/>
            </a:xfrm>
            <a:prstGeom prst="cloudCallou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3479663" y="1078523"/>
              <a:ext cx="1786739" cy="707886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2000" dirty="0" smtClean="0">
                  <a:latin typeface="Bahnschrift SemiLight SemiConde" panose="020B0502040204020203" pitchFamily="34" charset="0"/>
                </a:rPr>
                <a:t>I am so lonely……</a:t>
              </a:r>
              <a:endParaRPr lang="en-US" sz="2000" dirty="0">
                <a:latin typeface="Bahnschrift SemiLight SemiConde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86550679"/>
      </p:ext>
    </p:extLst>
  </p:cSld>
  <p:clrMapOvr>
    <a:masterClrMapping/>
  </p:clrMapOvr>
  <p:transition spd="slow" advClick="0" advTm="1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6.66667E-6 4.81481E-6 L -6.66667E-6 4.81481E-6 C 0.00468 0.00092 0.0095 0.00115 0.01419 0.00278 C 0.02083 0.00486 0.02721 0.00879 0.03385 0.01111 C 0.03645 0.01203 0.03906 0.01319 0.04179 0.01389 C 0.04492 0.01458 0.04804 0.01481 0.0513 0.01528 C 0.06236 0.01921 0.05572 0.01736 0.06627 0.01944 L 0.08593 0.02384 L 0.11992 0.02222 L 0.26679 0.01944 C 0.29609 0.01342 0.27799 0.01643 0.32994 0.01528 L 0.44453 0.01389 L 0.44453 0.01389 " pathEditMode="relative" ptsTypes="AAAAAAAAAAAAA">
                                      <p:cBhvr>
                                        <p:cTn id="9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/>
          <p:cNvGrpSpPr/>
          <p:nvPr/>
        </p:nvGrpSpPr>
        <p:grpSpPr>
          <a:xfrm>
            <a:off x="1432961" y="192506"/>
            <a:ext cx="4294072" cy="4382569"/>
            <a:chOff x="1432961" y="192506"/>
            <a:chExt cx="4294072" cy="4382569"/>
          </a:xfrm>
        </p:grpSpPr>
        <p:pic>
          <p:nvPicPr>
            <p:cNvPr id="13" name="Picture 12" descr="&lt;strong&gt;Sad Cloud&lt;/strong&gt; Free Stock Photo - Public Domain Pictures"/>
            <p:cNvPicPr>
              <a:picLocks noChangeAspect="1"/>
            </p:cNvPicPr>
            <p:nvPr/>
          </p:nvPicPr>
          <p:blipFill>
            <a:blip r:embed="rId3" cstate="print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32961" y="904775"/>
              <a:ext cx="3886200" cy="3670300"/>
            </a:xfrm>
            <a:prstGeom prst="rect">
              <a:avLst/>
            </a:prstGeom>
          </p:spPr>
        </p:pic>
        <p:sp>
          <p:nvSpPr>
            <p:cNvPr id="20" name="Cloud Callout 19"/>
            <p:cNvSpPr/>
            <p:nvPr/>
          </p:nvSpPr>
          <p:spPr>
            <a:xfrm>
              <a:off x="3787544" y="192506"/>
              <a:ext cx="1939489" cy="1578543"/>
            </a:xfrm>
            <a:prstGeom prst="cloudCallout">
              <a:avLst/>
            </a:prstGeom>
            <a:solidFill>
              <a:schemeClr val="accent4">
                <a:lumMod val="75000"/>
              </a:schemeClr>
            </a:solidFill>
            <a:ln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Bahnschrift SemiLight SemiConde" panose="020B0502040204020203" pitchFamily="34" charset="0"/>
                </a:rPr>
                <a:t>Oh no every one looks so sad</a:t>
              </a:r>
            </a:p>
          </p:txBody>
        </p:sp>
      </p:grpSp>
      <p:sp>
        <p:nvSpPr>
          <p:cNvPr id="2" name="Cloud Callout 1"/>
          <p:cNvSpPr/>
          <p:nvPr/>
        </p:nvSpPr>
        <p:spPr>
          <a:xfrm>
            <a:off x="8959536" y="2857010"/>
            <a:ext cx="1917813" cy="1097685"/>
          </a:xfrm>
          <a:prstGeom prst="cloudCallou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9258942" y="2978392"/>
            <a:ext cx="131900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Water is dried up</a:t>
            </a:r>
            <a:endParaRPr lang="en-US" dirty="0">
              <a:solidFill>
                <a:schemeClr val="bg1"/>
              </a:solidFill>
              <a:latin typeface="Bahnschrift SemiLight SemiConde" panose="020B0502040204020203" pitchFamily="34" charset="0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9465897" y="1083484"/>
            <a:ext cx="1917813" cy="864340"/>
            <a:chOff x="9465897" y="1083484"/>
            <a:chExt cx="1917813" cy="864340"/>
          </a:xfrm>
        </p:grpSpPr>
        <p:sp>
          <p:nvSpPr>
            <p:cNvPr id="7" name="Cloud Callout 6"/>
            <p:cNvSpPr/>
            <p:nvPr/>
          </p:nvSpPr>
          <p:spPr>
            <a:xfrm>
              <a:off x="9465897" y="1083484"/>
              <a:ext cx="1917813" cy="864340"/>
            </a:xfrm>
            <a:prstGeom prst="cloudCallout">
              <a:avLst/>
            </a:prstGeom>
            <a:solidFill>
              <a:schemeClr val="accent4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9873769" y="1330988"/>
              <a:ext cx="1319002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dirty="0" smtClean="0">
                  <a:solidFill>
                    <a:schemeClr val="bg1"/>
                  </a:solidFill>
                  <a:latin typeface="Bahnschrift SemiLight SemiConde" panose="020B0502040204020203" pitchFamily="34" charset="0"/>
                </a:rPr>
                <a:t>I need water</a:t>
              </a:r>
              <a:endParaRPr lang="en-US" dirty="0">
                <a:solidFill>
                  <a:schemeClr val="bg1"/>
                </a:solidFill>
                <a:latin typeface="Bahnschrift SemiLight SemiConde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364505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750" advClick="0" advTm="0"/>
    </mc:Choice>
    <mc:Fallback xmlns="">
      <p:transition spd="slow"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relative" ptsTypes="">
                                      <p:cBhvr>
                                        <p:cTn id="6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/>
          <p:cNvSpPr/>
          <p:nvPr/>
        </p:nvSpPr>
        <p:spPr>
          <a:xfrm>
            <a:off x="2454442" y="1293150"/>
            <a:ext cx="227239" cy="237268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2838836" y="1029903"/>
            <a:ext cx="270124" cy="263247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/>
          <p:cNvGrpSpPr/>
          <p:nvPr/>
        </p:nvGrpSpPr>
        <p:grpSpPr>
          <a:xfrm>
            <a:off x="2838836" y="67377"/>
            <a:ext cx="1685039" cy="1072550"/>
            <a:chOff x="2838836" y="67377"/>
            <a:chExt cx="1685039" cy="1072550"/>
          </a:xfrm>
        </p:grpSpPr>
        <p:sp>
          <p:nvSpPr>
            <p:cNvPr id="8" name="Cloud Callout 7"/>
            <p:cNvSpPr/>
            <p:nvPr/>
          </p:nvSpPr>
          <p:spPr>
            <a:xfrm>
              <a:off x="2838836" y="67377"/>
              <a:ext cx="1685039" cy="1072550"/>
            </a:xfrm>
            <a:prstGeom prst="cloudCallout">
              <a:avLst/>
            </a:prstGeom>
            <a:solidFill>
              <a:schemeClr val="accent4">
                <a:lumMod val="75000"/>
              </a:schemeClr>
            </a:solidFill>
            <a:ln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3228811" y="67377"/>
              <a:ext cx="1295064" cy="106386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400" dirty="0" smtClean="0">
                  <a:solidFill>
                    <a:schemeClr val="accent3">
                      <a:lumMod val="20000"/>
                      <a:lumOff val="80000"/>
                    </a:schemeClr>
                  </a:solidFill>
                  <a:latin typeface="Algerian" panose="04020705040A02060702" pitchFamily="82" charset="0"/>
                </a:rPr>
                <a:t>I can help them ! I can make it rain</a:t>
              </a:r>
              <a:endParaRPr lang="en-US" sz="1400" dirty="0">
                <a:solidFill>
                  <a:schemeClr val="accent3">
                    <a:lumMod val="20000"/>
                    <a:lumOff val="80000"/>
                  </a:schemeClr>
                </a:solidFill>
              </a:endParaRPr>
            </a:p>
          </p:txBody>
        </p:sp>
      </p:grpSp>
      <p:pic>
        <p:nvPicPr>
          <p:cNvPr id="12" name="Picture 11" descr="&lt;strong&gt;Sad&lt;/strong&gt; &lt;strong&gt;Cloud&lt;/strong&gt; Free Stock Photo - Public Domain Pictures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518" y="924025"/>
            <a:ext cx="2651293" cy="3023135"/>
          </a:xfrm>
          <a:prstGeom prst="rect">
            <a:avLst/>
          </a:prstGeom>
        </p:spPr>
      </p:pic>
      <p:grpSp>
        <p:nvGrpSpPr>
          <p:cNvPr id="4" name="Group 3"/>
          <p:cNvGrpSpPr/>
          <p:nvPr/>
        </p:nvGrpSpPr>
        <p:grpSpPr>
          <a:xfrm>
            <a:off x="9359651" y="2953594"/>
            <a:ext cx="2672920" cy="1146236"/>
            <a:chOff x="9359651" y="2953594"/>
            <a:chExt cx="2672920" cy="1146236"/>
          </a:xfrm>
        </p:grpSpPr>
        <p:sp>
          <p:nvSpPr>
            <p:cNvPr id="2" name="Cloud Callout 1"/>
            <p:cNvSpPr/>
            <p:nvPr/>
          </p:nvSpPr>
          <p:spPr>
            <a:xfrm flipH="1">
              <a:off x="9359651" y="2953594"/>
              <a:ext cx="2025843" cy="1146236"/>
            </a:xfrm>
            <a:prstGeom prst="cloudCallout">
              <a:avLst>
                <a:gd name="adj1" fmla="val 32266"/>
                <a:gd name="adj2" fmla="val 62500"/>
              </a:avLst>
            </a:prstGeom>
            <a:solidFill>
              <a:schemeClr val="accent4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Rectangle 2"/>
            <p:cNvSpPr/>
            <p:nvPr/>
          </p:nvSpPr>
          <p:spPr>
            <a:xfrm>
              <a:off x="9359652" y="3342046"/>
              <a:ext cx="2672919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dirty="0" smtClean="0">
                  <a:solidFill>
                    <a:schemeClr val="accent3">
                      <a:lumMod val="20000"/>
                      <a:lumOff val="80000"/>
                    </a:schemeClr>
                  </a:solidFill>
                  <a:latin typeface="Bahnschrift" panose="020B0502040204020203" pitchFamily="34" charset="0"/>
                </a:rPr>
                <a:t>I am </a:t>
              </a:r>
              <a:r>
                <a:rPr lang="en-US" dirty="0" err="1" smtClean="0">
                  <a:solidFill>
                    <a:schemeClr val="accent3">
                      <a:lumMod val="20000"/>
                      <a:lumOff val="80000"/>
                    </a:schemeClr>
                  </a:solidFill>
                  <a:latin typeface="Bahnschrift" panose="020B0502040204020203" pitchFamily="34" charset="0"/>
                </a:rPr>
                <a:t>soo</a:t>
              </a:r>
              <a:r>
                <a:rPr lang="en-US" dirty="0" smtClean="0">
                  <a:solidFill>
                    <a:schemeClr val="accent3">
                      <a:lumMod val="20000"/>
                      <a:lumOff val="80000"/>
                    </a:schemeClr>
                  </a:solidFill>
                  <a:latin typeface="Bahnschrift" panose="020B0502040204020203" pitchFamily="34" charset="0"/>
                </a:rPr>
                <a:t> thirsty…</a:t>
              </a:r>
              <a:endParaRPr lang="en-US" dirty="0">
                <a:solidFill>
                  <a:schemeClr val="accent3">
                    <a:lumMod val="20000"/>
                    <a:lumOff val="80000"/>
                  </a:schemeClr>
                </a:solidFill>
                <a:latin typeface="Bahnschrift" panose="020B0502040204020203" pitchFamily="34" charset="0"/>
              </a:endParaRP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6316567" y="1574172"/>
            <a:ext cx="2672920" cy="1146236"/>
            <a:chOff x="9359651" y="2953594"/>
            <a:chExt cx="2672920" cy="1146236"/>
          </a:xfrm>
        </p:grpSpPr>
        <p:sp>
          <p:nvSpPr>
            <p:cNvPr id="14" name="Cloud Callout 13"/>
            <p:cNvSpPr/>
            <p:nvPr/>
          </p:nvSpPr>
          <p:spPr>
            <a:xfrm flipH="1">
              <a:off x="9359651" y="2953594"/>
              <a:ext cx="2025843" cy="1146236"/>
            </a:xfrm>
            <a:prstGeom prst="cloudCallout">
              <a:avLst>
                <a:gd name="adj1" fmla="val 32266"/>
                <a:gd name="adj2" fmla="val 62500"/>
              </a:avLst>
            </a:prstGeom>
            <a:solidFill>
              <a:schemeClr val="accent4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9359652" y="3342046"/>
              <a:ext cx="2672919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dirty="0" smtClean="0">
                  <a:solidFill>
                    <a:schemeClr val="accent3">
                      <a:lumMod val="20000"/>
                      <a:lumOff val="80000"/>
                    </a:schemeClr>
                  </a:solidFill>
                  <a:latin typeface="Bahnschrift" panose="020B0502040204020203" pitchFamily="34" charset="0"/>
                </a:rPr>
                <a:t>I want to grow</a:t>
              </a:r>
              <a:endParaRPr lang="en-US" dirty="0">
                <a:solidFill>
                  <a:schemeClr val="accent3">
                    <a:lumMod val="20000"/>
                    <a:lumOff val="80000"/>
                  </a:schemeClr>
                </a:solidFill>
                <a:latin typeface="Bahnschrift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15335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7929" y="-481788"/>
            <a:ext cx="4183584" cy="3183782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 flipH="1" flipV="1">
            <a:off x="3807299" y="928778"/>
            <a:ext cx="262995" cy="218486"/>
          </a:xfrm>
          <a:prstGeom prst="ellipse">
            <a:avLst/>
          </a:prstGeom>
          <a:solidFill>
            <a:schemeClr val="bg1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 flipH="1" flipV="1">
            <a:off x="5047048" y="928778"/>
            <a:ext cx="262991" cy="218486"/>
          </a:xfrm>
          <a:prstGeom prst="ellipse">
            <a:avLst/>
          </a:prstGeom>
          <a:solidFill>
            <a:schemeClr val="bg1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0" b="100000" l="9932" r="89932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5647" y="2374559"/>
            <a:ext cx="364143" cy="356049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0" b="100000" l="9932" r="89932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7843" y="2861017"/>
            <a:ext cx="364143" cy="356049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0" b="100000" l="9932" r="89932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6888" y="2882488"/>
            <a:ext cx="364143" cy="356049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0" b="100000" l="9932" r="89932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0039" y="2861017"/>
            <a:ext cx="364143" cy="356049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0" b="100000" l="9932" r="89932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3987" y="2835848"/>
            <a:ext cx="364143" cy="356049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0" b="100000" l="9932" r="89932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9978" y="2302771"/>
            <a:ext cx="364143" cy="356049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0" b="100000" l="9932" r="89932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7650" y="2248254"/>
            <a:ext cx="364143" cy="356049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0" b="100000" l="9932" r="89932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0641" y="2237692"/>
            <a:ext cx="364143" cy="356049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0" b="100000" l="9932" r="89932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8212" y="2167319"/>
            <a:ext cx="364143" cy="356049"/>
          </a:xfrm>
          <a:prstGeom prst="rect">
            <a:avLst/>
          </a:prstGeom>
        </p:spPr>
      </p:pic>
      <p:pic>
        <p:nvPicPr>
          <p:cNvPr id="33" name="Picture 32"/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0" b="100000" l="9932" r="89932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6992" y="3593346"/>
            <a:ext cx="364143" cy="356049"/>
          </a:xfrm>
          <a:prstGeom prst="rect">
            <a:avLst/>
          </a:prstGeom>
        </p:spPr>
      </p:pic>
      <p:pic>
        <p:nvPicPr>
          <p:cNvPr id="34" name="Picture 33"/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0" b="100000" l="9932" r="89932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9722" y="3593346"/>
            <a:ext cx="364143" cy="356049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0" b="100000" l="9932" r="89932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3705" y="3535112"/>
            <a:ext cx="364143" cy="356049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0" b="100000" l="9932" r="89932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5647" y="2931454"/>
            <a:ext cx="364143" cy="356049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0" b="100000" l="9932" r="89932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8540" y="3644116"/>
            <a:ext cx="364143" cy="356049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0" b="100000" l="9932" r="89932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9915" y="4358935"/>
            <a:ext cx="364143" cy="356049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0" b="100000" l="9932" r="89932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2182" y="4303450"/>
            <a:ext cx="364143" cy="356049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0" b="100000" l="9932" r="89932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3011" y="4217758"/>
            <a:ext cx="364143" cy="356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6353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xit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42" presetClass="exit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42" presetClass="exit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42" presetClass="exit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42" presetClass="exit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42" presetClass="exit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42" presetClass="exit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42" presetClass="exit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42" presetClass="exit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42" presetClass="exit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42" presetClass="exit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42" presetClass="exit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42" presetClass="exit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42" presetClass="exit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42" presetClass="exit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42" presetClass="exit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42" presetClass="exit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0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75617" cy="6858000"/>
          </a:xfrm>
          <a:prstGeom prst="rect">
            <a:avLst/>
          </a:prstGeom>
        </p:spPr>
      </p:pic>
      <p:pic>
        <p:nvPicPr>
          <p:cNvPr id="1026" name="Picture 2" descr="Story Pin image"/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9918" r="92935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5153" y="3457563"/>
            <a:ext cx="3277273" cy="3493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&lt;strong&gt;Cloud&lt;/strong&gt; Icons - 1162 free Icons PNG, SVG, ICO or ICNS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6959" y="1937610"/>
            <a:ext cx="2644747" cy="2605635"/>
          </a:xfrm>
          <a:prstGeom prst="rect">
            <a:avLst/>
          </a:prstGeom>
        </p:spPr>
      </p:pic>
      <p:grpSp>
        <p:nvGrpSpPr>
          <p:cNvPr id="8" name="Group 7"/>
          <p:cNvGrpSpPr/>
          <p:nvPr/>
        </p:nvGrpSpPr>
        <p:grpSpPr>
          <a:xfrm>
            <a:off x="3841889" y="1453504"/>
            <a:ext cx="1598041" cy="968211"/>
            <a:chOff x="3841889" y="1453504"/>
            <a:chExt cx="1598041" cy="968211"/>
          </a:xfrm>
        </p:grpSpPr>
        <p:sp>
          <p:nvSpPr>
            <p:cNvPr id="4" name="Cloud Callout 3"/>
            <p:cNvSpPr/>
            <p:nvPr/>
          </p:nvSpPr>
          <p:spPr>
            <a:xfrm>
              <a:off x="3841889" y="1453504"/>
              <a:ext cx="1598041" cy="968211"/>
            </a:xfrm>
            <a:prstGeom prst="cloudCallout">
              <a:avLst/>
            </a:prstGeom>
            <a:solidFill>
              <a:schemeClr val="bg2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/>
            <p:cNvSpPr/>
            <p:nvPr/>
          </p:nvSpPr>
          <p:spPr>
            <a:xfrm>
              <a:off x="3972402" y="1453504"/>
              <a:ext cx="1337014" cy="923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dirty="0" smtClean="0">
                  <a:solidFill>
                    <a:schemeClr val="accent5">
                      <a:lumMod val="75000"/>
                    </a:schemeClr>
                  </a:solidFill>
                  <a:latin typeface="Bahnschrift SemiLight SemiConde" panose="020B0502040204020203" pitchFamily="34" charset="0"/>
                </a:rPr>
                <a:t>Everyone is </a:t>
              </a:r>
              <a:r>
                <a:rPr lang="en-US" dirty="0" err="1" smtClean="0">
                  <a:solidFill>
                    <a:schemeClr val="accent5">
                      <a:lumMod val="75000"/>
                    </a:schemeClr>
                  </a:solidFill>
                  <a:latin typeface="Bahnschrift SemiLight SemiConde" panose="020B0502040204020203" pitchFamily="34" charset="0"/>
                </a:rPr>
                <a:t>sooo</a:t>
              </a:r>
              <a:r>
                <a:rPr lang="en-US" dirty="0" smtClean="0">
                  <a:solidFill>
                    <a:schemeClr val="accent5">
                      <a:lumMod val="75000"/>
                    </a:schemeClr>
                  </a:solidFill>
                  <a:latin typeface="Bahnschrift SemiLight SemiConde" panose="020B0502040204020203" pitchFamily="34" charset="0"/>
                </a:rPr>
                <a:t> </a:t>
              </a:r>
              <a:r>
                <a:rPr lang="en-US" dirty="0" err="1" smtClean="0">
                  <a:solidFill>
                    <a:schemeClr val="accent5">
                      <a:lumMod val="75000"/>
                    </a:schemeClr>
                  </a:solidFill>
                  <a:latin typeface="Bahnschrift SemiLight SemiConde" panose="020B0502040204020203" pitchFamily="34" charset="0"/>
                </a:rPr>
                <a:t>happyyyy</a:t>
              </a:r>
              <a:endParaRPr lang="en-US" dirty="0">
                <a:solidFill>
                  <a:schemeClr val="accent5">
                    <a:lumMod val="75000"/>
                  </a:schemeClr>
                </a:solidFill>
                <a:latin typeface="Bahnschrift SemiLight SemiConde" panose="020B0502040204020203" pitchFamily="34" charset="0"/>
              </a:endParaRP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9973434" y="2973458"/>
            <a:ext cx="1598041" cy="968211"/>
            <a:chOff x="9973434" y="2973458"/>
            <a:chExt cx="1598041" cy="968211"/>
          </a:xfrm>
        </p:grpSpPr>
        <p:sp>
          <p:nvSpPr>
            <p:cNvPr id="7" name="Cloud Callout 6"/>
            <p:cNvSpPr/>
            <p:nvPr/>
          </p:nvSpPr>
          <p:spPr>
            <a:xfrm>
              <a:off x="9973434" y="2973458"/>
              <a:ext cx="1598041" cy="968211"/>
            </a:xfrm>
            <a:prstGeom prst="cloudCallout">
              <a:avLst/>
            </a:prstGeom>
            <a:solidFill>
              <a:schemeClr val="bg2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0132482" y="3018339"/>
              <a:ext cx="1279944" cy="923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dirty="0" smtClean="0">
                  <a:solidFill>
                    <a:schemeClr val="accent6">
                      <a:lumMod val="75000"/>
                    </a:schemeClr>
                  </a:solidFill>
                  <a:latin typeface="Bahnschrift SemiLight SemiConde" panose="020B0502040204020203" pitchFamily="34" charset="0"/>
                </a:rPr>
                <a:t>Thank you for helping us</a:t>
              </a:r>
              <a:endParaRPr lang="en-US" dirty="0">
                <a:solidFill>
                  <a:schemeClr val="accent6">
                    <a:lumMod val="75000"/>
                  </a:schemeClr>
                </a:solidFill>
                <a:latin typeface="Bahnschrift SemiLight SemiConde" panose="020B0502040204020203" pitchFamily="34" charset="0"/>
              </a:endParaRP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6081303" y="2995898"/>
            <a:ext cx="1598041" cy="968211"/>
            <a:chOff x="5928903" y="2843498"/>
            <a:chExt cx="1598041" cy="968211"/>
          </a:xfrm>
        </p:grpSpPr>
        <p:sp>
          <p:nvSpPr>
            <p:cNvPr id="13" name="Cloud Callout 12"/>
            <p:cNvSpPr/>
            <p:nvPr/>
          </p:nvSpPr>
          <p:spPr>
            <a:xfrm>
              <a:off x="5928903" y="2843498"/>
              <a:ext cx="1598041" cy="968211"/>
            </a:xfrm>
            <a:prstGeom prst="cloudCallout">
              <a:avLst/>
            </a:prstGeom>
            <a:solidFill>
              <a:schemeClr val="bg2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038624" y="2888379"/>
              <a:ext cx="1279944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dirty="0" smtClean="0">
                  <a:solidFill>
                    <a:schemeClr val="accent6">
                      <a:lumMod val="75000"/>
                    </a:schemeClr>
                  </a:solidFill>
                  <a:latin typeface="Bahnschrift SemiLight SemiConde" panose="020B0502040204020203" pitchFamily="34" charset="0"/>
                </a:rPr>
                <a:t>I am feeling fresh</a:t>
              </a:r>
              <a:endParaRPr lang="en-US" dirty="0">
                <a:solidFill>
                  <a:schemeClr val="accent6">
                    <a:lumMod val="75000"/>
                  </a:schemeClr>
                </a:solidFill>
                <a:latin typeface="Bahnschrift SemiLight SemiConde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84200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40 Blue Wallpaper Designs for Phone : Daisie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4276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780938" y="1083760"/>
            <a:ext cx="2650084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5400" dirty="0" smtClean="0">
                <a:solidFill>
                  <a:schemeClr val="accent1">
                    <a:lumMod val="50000"/>
                  </a:schemeClr>
                </a:solidFill>
                <a:latin typeface="Algerian" panose="04020705040A02060702" pitchFamily="82" charset="0"/>
              </a:rPr>
              <a:t>MORAL:</a:t>
            </a:r>
            <a:endParaRPr lang="en-US" sz="5400" dirty="0">
              <a:solidFill>
                <a:schemeClr val="accent1">
                  <a:lumMod val="50000"/>
                </a:schemeClr>
              </a:solidFill>
              <a:latin typeface="Algerian" panose="04020705040A02060702" pitchFamily="82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649507" y="3566565"/>
            <a:ext cx="5974955" cy="10781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dirty="0" smtClean="0">
                <a:solidFill>
                  <a:schemeClr val="tx2"/>
                </a:solidFill>
                <a:latin typeface="Algerian" panose="04020705040A02060702" pitchFamily="82" charset="0"/>
              </a:rPr>
              <a:t>Helping others can bring you true happiness</a:t>
            </a:r>
            <a:endParaRPr lang="en-US" sz="3200" dirty="0">
              <a:solidFill>
                <a:schemeClr val="tx2"/>
              </a:solidFill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23843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250</TotalTime>
  <Words>66</Words>
  <Application>Microsoft Office PowerPoint</Application>
  <PresentationFormat>Widescreen</PresentationFormat>
  <Paragraphs>13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Algerian</vt:lpstr>
      <vt:lpstr>Arial</vt:lpstr>
      <vt:lpstr>Bahnschrift</vt:lpstr>
      <vt:lpstr>Bahnschrift SemiLight SemiConde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33</cp:revision>
  <dcterms:created xsi:type="dcterms:W3CDTF">2025-10-28T21:26:47Z</dcterms:created>
  <dcterms:modified xsi:type="dcterms:W3CDTF">2025-11-20T09:40:52Z</dcterms:modified>
</cp:coreProperties>
</file>